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1" r:id="rId19"/>
    <p:sldId id="272" r:id="rId20"/>
    <p:sldId id="273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5" r:id="rId36"/>
    <p:sldId id="290" r:id="rId37"/>
    <p:sldId id="291" r:id="rId38"/>
    <p:sldId id="292" r:id="rId39"/>
    <p:sldId id="293" r:id="rId40"/>
    <p:sldId id="294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1"/>
            <a:ext cx="7772400" cy="169545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6-Weeks Summer Internship on Machine Learning and Generative AI with Python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Operators in Python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Operators are special symbols used to perform operations on variables and values.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They help in calculations, comparisons, and logical decision-making.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provides different types of operators for different tasks.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Types of Operators in Python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Arithmetic Operators</a:t>
            </a:r>
          </a:p>
          <a:p>
            <a:pPr marL="514350" indent="-514350">
              <a:buAutoNum type="arabicPeriod" startAt="2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Comparison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Operators </a:t>
            </a:r>
          </a:p>
          <a:p>
            <a:pPr marL="514350" indent="-514350">
              <a:buAutoNum type="arabicPeriod" startAt="2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Logical operators</a:t>
            </a:r>
          </a:p>
          <a:p>
            <a:pPr marL="514350" indent="-514350">
              <a:buFont typeface="Arial" pitchFamily="34" charset="0"/>
              <a:buAutoNum type="arabicPeriod" startAt="2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Assignment Operators </a:t>
            </a:r>
          </a:p>
          <a:p>
            <a:pPr marL="514350" indent="-514350">
              <a:buFont typeface="Arial" pitchFamily="34" charset="0"/>
              <a:buAutoNum type="arabicPeriod" startAt="2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Membership Operators</a:t>
            </a:r>
          </a:p>
          <a:p>
            <a:pPr marL="514350" indent="-514350">
              <a:buFont typeface="Arial" pitchFamily="34" charset="0"/>
              <a:buAutoNum type="arabicPeriod" startAt="2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Identity Operators </a:t>
            </a:r>
          </a:p>
          <a:p>
            <a:pPr marL="514350" indent="-51435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14350" indent="-514350">
              <a:buFont typeface="Arial" pitchFamily="34" charset="0"/>
              <a:buAutoNum type="arabicPeriod" startAt="2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rabicPeriod" startAt="2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rabicPeriod" startAt="2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Arithmetic Operators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Operator	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Meaning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	Example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+		Addition		10 + 5 = 15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-		Subtraction	10 - 5 = 5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*		Multiplication	10 * 5 = 50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/		Division		10 / 5 = 2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%		Modulus 		10 % 3 = 1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**		Exponent 		2 ** 3 = 8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//		Floor Division	10 // 3 = 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533400"/>
            <a:ext cx="82296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Comparison Operators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Operator		Meaning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==			Equal to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!=			Not equal to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&gt;			Greater than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&lt;			Less than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&gt;=			Greater than or equal to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&lt;=			Less than or equal to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609600"/>
            <a:ext cx="8229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Logical Operators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4983163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Operator			Meaning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and		Returns True if both conditions are True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		Returns True if at least one condition is True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Not		Reverses the result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352800"/>
            <a:ext cx="83820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Assignment Operators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648200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Operator				Example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      =					x = 10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      +=				x += 5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      -=x 				-= 5	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      *=x 				*= 2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      /=x 				/= 2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609600"/>
            <a:ext cx="82296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Membership Operators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Used to check whether a value exists in a sequence.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Operator			Meaning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in				Value exists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not in			Value does not exist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685800"/>
            <a:ext cx="82296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Identity Operators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Used to compare whether two variables refer to the same object.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Operator			Meaning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is			Same object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is not			Different object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= [1, 2, 3]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= a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print(a is b)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Summary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Arithmetic operators perform calculations.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Comparison operators return True or False.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Logical operators combine conditions.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Assignment operators update variable values.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Membership operators check presence of values.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Identity operators compare objects.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Exercise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1. Find the Output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= 10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= 5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print(x + y)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print(x &gt; y)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print(x == y)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print(x % y)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Find remainder when one number is divided by another.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 Find Square of a Number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4. Find Cube of a Number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5. Calculate Area of Rectangle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6. Calculate Area of Circle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7. Calculate Simple Interest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8. Average of 3 Numbers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9. What could be the output of the following code: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a) print(10 + 5 * 2)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b) print(20 / 5 + 3)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c) print(10 % 3)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d) print(2 ** 4)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e) print(17 // 5)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Expressions in Python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expression is a combination of values, variables, operators, and function calls.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Expressions are evaluated by Python to produce a result.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Expressions can perform calculations, comparisons, and logical operations.</a:t>
            </a:r>
          </a:p>
          <a:p>
            <a:pPr algn="ctr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General Form of an Expression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operand operator operand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          Example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10 + 5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458200" cy="60960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               Types of Expressions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Arithmetic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Expressions: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Used for mathematical calculations.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Example,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= 10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= 5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 = a + b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print(result)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Comparison Expressions: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Used to compare values.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Example, </a:t>
            </a:r>
          </a:p>
          <a:p>
            <a:pPr>
              <a:buNone/>
            </a:pP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x = 10</a:t>
            </a:r>
          </a:p>
          <a:p>
            <a:pPr>
              <a:buNone/>
            </a:pP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y = 20</a:t>
            </a:r>
          </a:p>
          <a:p>
            <a:pPr>
              <a:buNone/>
            </a:pPr>
            <a:r>
              <a:rPr lang="es-ES" dirty="0" err="1" smtClean="0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(x &lt; y)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Logical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Expressions: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Used to combine multiple conditions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Example,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 = 25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print(age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18 and age &lt; 60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String Expressions: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Expressions can also work with strings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Example,</a:t>
            </a:r>
          </a:p>
          <a:p>
            <a:pPr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first_name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Rahul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last_name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Sharma“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full_name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first_name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" " +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last_name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full_name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Expression Evaluation &amp; Operator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Precedence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Follows Precedence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Rules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Precedence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Order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Parentheses (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Exponent **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Multiplication/Division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 / // %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Addition/Subtraction + -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Exercise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the Output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print(5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+ 3 * 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print((5 + 3) * 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= 10</a:t>
            </a:r>
          </a:p>
          <a:p>
            <a:pPr marL="514350" indent="-51435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b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5</a:t>
            </a:r>
          </a:p>
          <a:p>
            <a:pPr marL="514350" indent="-51435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print(a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14350" indent="-51435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x = 20</a:t>
            </a:r>
          </a:p>
          <a:p>
            <a:pPr marL="514350" indent="-514350">
              <a:buNone/>
            </a:pP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y = 10</a:t>
            </a:r>
          </a:p>
          <a:p>
            <a:pPr marL="514350" indent="-514350">
              <a:buNone/>
            </a:pPr>
            <a:r>
              <a:rPr lang="es-ES" dirty="0" err="1" smtClean="0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(x </a:t>
            </a: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+ y * 2)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Control Flow in Python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Control Flow determines the order in which statements are executed.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By default, Python executes statements sequentially.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Sometimes we need: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Decision Making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Repetition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Branching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These are achieved using Control Flow Statements.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Types of Control Flow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Control Flow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│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├── Sequential Flow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│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├── Conditional Flow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│     ├── if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│     ├── if-else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│     └── if-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-else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│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└── Iterative Flow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├── for loop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└── while loop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Sequential Flow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Sequential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Execution 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execute one after another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print("Step 1")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print("Step 2")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print("Step 3")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Conditional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Flow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Decision Making in Python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Conditional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statements help the program choose different actions based on conditions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Types</a:t>
            </a:r>
          </a:p>
          <a:p>
            <a:pPr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if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ii. if-else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iii. if-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-else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if Statement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condition: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 = 20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 &gt;= 18: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print("Eligible to Vote")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if-else Statement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condition: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statement1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statement2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 = 16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 &gt;= 18: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print("Eligible")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print("Not Eligible")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if-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-else Statement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8674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Multiple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Conditions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condition: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statement1</a:t>
            </a:r>
          </a:p>
          <a:p>
            <a:pPr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statement2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statement3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marks = 75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marks &gt;= 90: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print("Grade A")</a:t>
            </a:r>
          </a:p>
          <a:p>
            <a:pPr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marks &gt;= 75: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print("Grade B")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print("Grade C")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Nested if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Inside Another if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25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 &gt;= 18: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if age &lt; 60: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print("Working Age Group")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Exercise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Predict the Output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=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x &gt; 5: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print("A")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print("B")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Iterative Programming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Iteration means repeating a set of instructions.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Used when the same task must be performed multiple times.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provides: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loop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loop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for Loop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variable in sequence: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statements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range()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used to repeat a block of code for a specific number of times in for loop.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range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(start, stop, step)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range (5):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 </a:t>
            </a:r>
          </a:p>
          <a:p>
            <a:pPr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3246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Multiplication Table</a:t>
            </a:r>
          </a:p>
          <a:p>
            <a:pPr>
              <a:buNone/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num = 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(input("Enter Number: 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"))</a:t>
            </a:r>
            <a:endParaRPr lang="en-US" sz="3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in range(1,11):</a:t>
            </a:r>
          </a:p>
          <a:p>
            <a:pPr>
              <a:buNone/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print(num, "x", 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, "=", num*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Ques. Generate the given patterns: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					 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		**						</a:t>
            </a:r>
            <a:endParaRPr lang="en-US" sz="3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		***						</a:t>
            </a:r>
            <a:endParaRPr lang="en-US" sz="3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		****						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		*****</a:t>
            </a:r>
            <a:endParaRPr lang="en-US" sz="3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3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		*****</a:t>
            </a:r>
            <a:endParaRPr lang="en-US" sz="3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		****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		***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		**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		*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			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c)		*****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*****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*****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*****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*****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1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12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123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1234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12345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while Loop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condition: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statements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count =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count &lt;= 5: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print(count)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count +=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break Statement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Stops the loop immediately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range(1,11):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== 5: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break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continue Statement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Skips current iteration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range(1,6):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== 3: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continue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Exercise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numbers from 1 to 10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first 10 even numbers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multiplication table of any number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Check whether a person is eligible to vote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Display student grade based on marks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factorial of a number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Reverse a number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Assignment 2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sum of first 10 natural numbers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factorial of a number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Fibonacci Series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largest among 3 numbers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Result System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	Input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details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-	Input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marks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-	Calculate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percentage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-	Display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grade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-	Use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if-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-else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loops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user input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938</Words>
  <Application>Microsoft Office PowerPoint</Application>
  <PresentationFormat>On-screen Show (4:3)</PresentationFormat>
  <Paragraphs>297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6-Weeks Summer Internship on Machine Learning and Generative AI with Python</vt:lpstr>
      <vt:lpstr>Operators in Python</vt:lpstr>
      <vt:lpstr>Types of Operators in Python</vt:lpstr>
      <vt:lpstr>Arithmetic Operators</vt:lpstr>
      <vt:lpstr>Slide 5</vt:lpstr>
      <vt:lpstr>Comparison Operators</vt:lpstr>
      <vt:lpstr>Slide 7</vt:lpstr>
      <vt:lpstr>Logical Operators</vt:lpstr>
      <vt:lpstr>Assignment Operators</vt:lpstr>
      <vt:lpstr>Slide 10</vt:lpstr>
      <vt:lpstr>Membership Operators</vt:lpstr>
      <vt:lpstr>Slide 12</vt:lpstr>
      <vt:lpstr>Identity Operators</vt:lpstr>
      <vt:lpstr>Summary</vt:lpstr>
      <vt:lpstr>Slide 15</vt:lpstr>
      <vt:lpstr>Slide 16</vt:lpstr>
      <vt:lpstr>Slide 17</vt:lpstr>
      <vt:lpstr>Expressions in Python</vt:lpstr>
      <vt:lpstr>Slide 19</vt:lpstr>
      <vt:lpstr>Slide 20</vt:lpstr>
      <vt:lpstr>Slide 21</vt:lpstr>
      <vt:lpstr>Slide 22</vt:lpstr>
      <vt:lpstr>Control Flow in Python</vt:lpstr>
      <vt:lpstr>Types of Control Flow</vt:lpstr>
      <vt:lpstr>Sequential Flow</vt:lpstr>
      <vt:lpstr>Conditional Flow</vt:lpstr>
      <vt:lpstr>if Statement</vt:lpstr>
      <vt:lpstr>if-else Statement</vt:lpstr>
      <vt:lpstr>if-elif-else Statement</vt:lpstr>
      <vt:lpstr>Nested if</vt:lpstr>
      <vt:lpstr>Exercise</vt:lpstr>
      <vt:lpstr>Iterative Programming</vt:lpstr>
      <vt:lpstr>for Loop</vt:lpstr>
      <vt:lpstr>Slide 34</vt:lpstr>
      <vt:lpstr>Slide 35</vt:lpstr>
      <vt:lpstr>while Loop</vt:lpstr>
      <vt:lpstr>break Statement</vt:lpstr>
      <vt:lpstr>continue Statement</vt:lpstr>
      <vt:lpstr>Exercise</vt:lpstr>
      <vt:lpstr>Assignment 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Windows User</cp:lastModifiedBy>
  <cp:revision>71</cp:revision>
  <dcterms:created xsi:type="dcterms:W3CDTF">2006-08-16T00:00:00Z</dcterms:created>
  <dcterms:modified xsi:type="dcterms:W3CDTF">2026-06-03T07:26:08Z</dcterms:modified>
</cp:coreProperties>
</file>